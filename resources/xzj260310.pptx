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B0961-4E10-305C-A1DB-9960D49F7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9CD401-384F-D3A0-54B5-2B11BF692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90BBFA-E77C-8795-32A3-89EB0BD37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939C7F-BF17-8E54-1467-6F3AAD4B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4FD8B8-E4BF-4E89-2C5F-B518EC80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453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B625F-A489-24BD-B8E5-C7815903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C33AC6-D33A-77DA-6315-F73F36CAF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E2C8B-C9C7-513D-4E8C-D66FD49E9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58DD9-112E-5AAE-4292-DC1D62DD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9EDBA3-3567-1B83-03DD-2BE6DCD3C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15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5781F-6FFA-0DF4-ECA1-82CC774C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707F8C-E5CC-62AE-2564-67CF3903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8A8E03-4450-9931-690C-326CFE88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B8BD69-3C0C-AD80-09FA-EBA5D1B3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AFB473-4A02-06EC-0916-59008F7B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060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6EEC5-0EF9-D233-A9C1-ED3B5CAA5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00E97E-2246-75BE-057C-F63CDA42B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B3EA63-AD4B-D576-2CFB-A0359C248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B18AF9-3F3C-1A57-D3AF-FE0292452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079645-0DAE-ED28-8FD6-4938200A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6B737-99F1-7174-B88D-6C605A30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0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91BC8-A57C-EDD4-90BE-58BCEC1F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0FE64A-E468-7C4C-DC50-1B2557BF3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244BC4-0C5C-559F-5A3C-827BB92D5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62A933-D00F-7469-BF56-C4C20333F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E272C4-01F4-C6D9-5C7C-EB55F08DF4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2BB756-DE82-DFBA-EE56-171A737C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EE1DBE-A83B-DDB9-3516-7C2F144F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8ED718-61E9-929A-8497-02E6B853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30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977AA-763D-5F46-A5F4-97EA9ECE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0399D4-2439-172A-2155-06E534AE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116C99-7225-C405-D70B-976BA20CE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1806AC-FFBF-D66A-8B82-DFCF81EF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24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316606-8287-FF10-14DF-0BF766A7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15010E-C552-521B-91FE-81770D9E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9DC800-747D-6414-DF15-53980FFE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558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4F357-3482-F6A7-8ED7-4113FCDEE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38169-A9C0-D81B-F137-8CB85D94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C226C3-0D58-864B-B61B-972727550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4B1071-4E9C-EC54-FFBC-B435ED716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38A09B-38A3-2EB9-2B90-C5ED6302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69C0AE-8E8B-C905-AE43-A8453D4E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471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9EF1B8-3EA3-F801-26BC-5946E5F87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E2DF13-8A90-B55C-8AB7-E6D452B23B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CD2150-7A26-ACF5-B4E6-2D28AA1DB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5A57F8-5D6B-89FC-7FF6-BC9B664DD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3278DF-837E-8BC8-7856-1F31FEF4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C0B45C-492A-303E-772D-B837AB3A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61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4F271-D37B-FF1F-4516-8BDF4438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227CBC-4449-5F68-A8AD-B85F199C9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721982-F5D5-11FC-F0D7-901622B3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F1C910-2AC1-650A-BD3A-BE7AFF13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C42FAC-7114-A8FC-484E-875EE26B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55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7B0D96-1003-3BF9-4486-A18D61CAD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7BE5B2-AB19-D5DA-9A88-FFCA94AA9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38E7F6-2EEF-EF1E-6810-FD492A4F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F97E68-6151-3403-CCF6-E2D5A36E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E4EF91-1E1F-6ABA-29DE-CDE5B4EC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22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265F06-5287-9010-9A08-C90A3AF38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CEFEDA-6B10-FBC3-B6E4-1D5BB3A8D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A8D96F-E08A-8501-1B67-5A089B6CF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6EF4F-ADE0-4C55-A65C-F773E04B4CF7}" type="datetimeFigureOut">
              <a:rPr lang="zh-CN" altLang="en-US" smtClean="0"/>
              <a:t>2026/03/10 Tue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0609B2-8E01-C82D-F1B9-1C473943D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ABC06E-9699-A384-ACD8-DEC3A531A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5AA63-5300-46AA-AFD0-5B4F9E1A9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62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7F3809-F081-E926-2AC2-F4575ED76F93}"/>
              </a:ext>
            </a:extLst>
          </p:cNvPr>
          <p:cNvSpPr txBox="1"/>
          <p:nvPr/>
        </p:nvSpPr>
        <p:spPr>
          <a:xfrm>
            <a:off x="7643876" y="4710176"/>
            <a:ext cx="5626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一些生词（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严格小于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5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）：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cs typeface="CMU Serif" panose="02000603000000000000" pitchFamily="2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+ ordinary </a:t>
            </a:r>
            <a:r>
              <a:rPr lang="en-US" altLang="zh-CN" sz="2000" i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adj.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普通的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cs typeface="CMU Serif" panose="02000603000000000000" pitchFamily="2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+ fancy </a:t>
            </a:r>
            <a:r>
              <a:rPr lang="en-US" altLang="zh-CN" sz="2000" i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adj. 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繁华的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cs typeface="CMU Serif" panose="02000603000000000000" pitchFamily="2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+ cherish </a:t>
            </a:r>
            <a:r>
              <a:rPr lang="en-US" altLang="zh-CN" sz="2000" i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v.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珍爱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cs typeface="CMU Serif" panose="02000603000000000000" pitchFamily="2" charset="0"/>
            </a:endParaRPr>
          </a:p>
          <a:p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+ harbor </a:t>
            </a:r>
            <a:r>
              <a:rPr lang="en-US" altLang="zh-CN" sz="2000" i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n.</a:t>
            </a:r>
            <a:r>
              <a:rPr lang="en-US" altLang="zh-CN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cs typeface="CMU Serif" panose="02000603000000000000" pitchFamily="2" charset="0"/>
              </a:rPr>
              <a:t>港湾</a:t>
            </a:r>
            <a:endParaRPr lang="en-US" altLang="zh-CN" sz="2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cs typeface="CMU Serif" panose="02000603000000000000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6B5E3A-8175-785C-9A10-1B6A1FC45E40}"/>
              </a:ext>
            </a:extLst>
          </p:cNvPr>
          <p:cNvSpPr txBox="1"/>
          <p:nvPr/>
        </p:nvSpPr>
        <p:spPr>
          <a:xfrm>
            <a:off x="3464510" y="621792"/>
            <a:ext cx="52629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Home, The Warmest Harbor</a:t>
            </a:r>
            <a:endParaRPr lang="zh-CN" altLang="en-US" sz="3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BD3482-A0CD-1F51-A9CB-B1E54D9CB0B4}"/>
              </a:ext>
            </a:extLst>
          </p:cNvPr>
          <p:cNvSpPr txBox="1"/>
          <p:nvPr/>
        </p:nvSpPr>
        <p:spPr>
          <a:xfrm>
            <a:off x="1465564" y="1824658"/>
            <a:ext cx="92608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i="1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The Experimental School of Nanjing Senior High School of Jiangsu Province</a:t>
            </a:r>
          </a:p>
          <a:p>
            <a:pPr algn="ctr"/>
            <a:r>
              <a:rPr lang="en-US" altLang="zh-CN" i="1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Zhoujun XUE</a:t>
            </a:r>
            <a:endParaRPr lang="zh-CN" altLang="en-US" i="1" dirty="0">
              <a:solidFill>
                <a:schemeClr val="bg1"/>
              </a:solidFill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63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49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CMU Serif</vt:lpstr>
      <vt:lpstr>Consolas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Zhoujun Xue</dc:creator>
  <cp:lastModifiedBy>Zhoujun Xue</cp:lastModifiedBy>
  <cp:revision>4</cp:revision>
  <dcterms:created xsi:type="dcterms:W3CDTF">2026-03-10T12:25:42Z</dcterms:created>
  <dcterms:modified xsi:type="dcterms:W3CDTF">2026-03-10T12:37:26Z</dcterms:modified>
</cp:coreProperties>
</file>